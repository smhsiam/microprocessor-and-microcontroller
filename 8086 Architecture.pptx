
<file path=[Content_Types].xml><?xml version="1.0" encoding="utf-8"?>
<Types xmlns="http://schemas.openxmlformats.org/package/2006/content-types">
  <Default Extension="jpeg" ContentType="image/jpeg"/>
  <Default Extension="jp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E051A-2127-3F34-3E7D-44788602B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E62AE1-B0E6-4C8B-81E9-EF1F8789F3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316BD-C160-82C7-6171-0018E05DA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55353-DB88-4E9E-B014-9654F6081BDD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C4276-0935-9566-857E-D779F0A2B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F5720-17B3-6E24-EB07-DF946A25D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42DFE-454B-4109-90AA-5B5C7BC3C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411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C756D-F50B-2848-3022-BFC62DC31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F879B-999F-AA9F-8A47-247E8FABC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84571-E163-8118-C97B-B318508F0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55353-DB88-4E9E-B014-9654F6081BDD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94690-BB75-FFDA-5C37-4887DB734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FB04C-73A7-9911-FFA3-E2367672B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42DFE-454B-4109-90AA-5B5C7BC3C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29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C2103-E2F5-CD98-0BA3-1C85FED55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649827-306D-CC62-CCD4-01295EE069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BD862-5D88-9EDE-8770-D9BC54623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55353-DB88-4E9E-B014-9654F6081BDD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B66CE-DC1D-3EED-7DB0-1994F2810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574F4-2323-F49F-8E8F-999B84760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42DFE-454B-4109-90AA-5B5C7BC3C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550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C9DA5-2E8D-2604-4BE8-14EE76A79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5C25D-80B9-B531-14A8-E22FB50821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1A61DD-A94E-61D6-01D4-2299A092B6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24A0AB-D142-DD33-1539-971BEDCEF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55353-DB88-4E9E-B014-9654F6081BDD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FA0DD6-37D0-9744-434D-C795EA837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145051-89C2-7148-C1FF-7C35019EB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42DFE-454B-4109-90AA-5B5C7BC3C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876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2204D-549F-52DB-7B81-31C711AFC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523257-3C3B-5A2E-514D-4BDED49DF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7261A5-56EA-3658-AA0C-2D8BBE90CC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48FA37-79BC-F566-AA6A-ABD439A03E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C182EE-F727-CDC4-175B-395DD62658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DC8710-1356-9289-499E-F5758DC5A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55353-DB88-4E9E-B014-9654F6081BDD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710D11-C128-E0CE-6DC6-7B6D27116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417988-B679-F56C-671F-8B12E0FF8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42DFE-454B-4109-90AA-5B5C7BC3C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34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C781B-30D1-E229-E7BE-220E9F210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84589F-111D-3538-B70C-656A52030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55353-DB88-4E9E-B014-9654F6081BDD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37B6DD-AFE5-5C2E-79C8-E980FECFD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28E453-E500-D6C7-CEA3-265CC385D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42DFE-454B-4109-90AA-5B5C7BC3C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385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79E98B-8D72-EEF5-AC30-E00E0EE57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55353-DB88-4E9E-B014-9654F6081BDD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1483F0-DC3B-C7DB-B749-2F579B0ED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8C5CD-7FE6-515C-727A-76D89068E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42DFE-454B-4109-90AA-5B5C7BC3C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044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6ABC9-2126-6BA7-5096-E7D8C1D93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0F668-B336-81D0-0E46-0A4AF15EA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6D5EE8-096E-ED2E-F39D-DD58E678D5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244836-F0E9-DAFB-0895-C42AB1057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55353-DB88-4E9E-B014-9654F6081BDD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AEA0B0-D7E8-6686-936E-D66689C7F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98C18A-C2AD-3BF9-6CB8-28D2CE5F7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42DFE-454B-4109-90AA-5B5C7BC3C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879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6ED47-1A76-B6CF-58DC-20839933E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5702E3-1F13-0528-0E58-DCDFD3CA21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4F71DD-CB69-05FF-F794-66D37B7E46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8F5A3B-29EC-4AC0-19A9-DCCD1B4C4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55353-DB88-4E9E-B014-9654F6081BDD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F41114-FB19-AB1E-0CE0-55980188F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66304D-C1C0-454E-0DB9-1E0FD2E34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42DFE-454B-4109-90AA-5B5C7BC3C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67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D932C-4C30-5452-6D73-B16616FCE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101C0B-C74B-D1AC-B884-CF9837D1AB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155BD-ECE6-E22D-C3DA-E505651E5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55353-DB88-4E9E-B014-9654F6081BDD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02F3E-7EAF-D433-7521-113054BA5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F1100-801C-9A5B-87A5-5670B00B8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42DFE-454B-4109-90AA-5B5C7BC3C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163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143570-8725-C570-CDD8-6018632B3F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15869E-5EAB-F68B-F534-1911AB7EBA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7B7C6-9894-902D-3A18-29A37E7A7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55353-DB88-4E9E-B014-9654F6081BDD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3E026-1B4E-3448-D9DF-268685DE6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DB768-62EC-AC3E-38D7-4F321359D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42DFE-454B-4109-90AA-5B5C7BC3C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631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CF1842-77C3-07EA-6D6A-529B268AB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A85B1B-DC3C-6292-E45C-157B717FCA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A327A-9D28-8163-BE17-6A15CDF068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655353-DB88-4E9E-B014-9654F6081BDD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389AB4-5CA0-304D-3BCF-D420DFB7EF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FF5E1-D61A-65CE-EAD0-B1726A2CEA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042DFE-454B-4109-90AA-5B5C7BC3C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64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4DBCD-09B6-E33C-2187-07B3E23E11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8086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8BEDFC-290E-C17B-D076-C5F11852CE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410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85D437-99E2-8746-2545-27E4497A38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98" y="216816"/>
            <a:ext cx="11613822" cy="644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395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8086 Architecture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Sourav Paul</dc:creator>
  <cp:lastModifiedBy>Sourav Paul</cp:lastModifiedBy>
  <cp:revision>1</cp:revision>
  <dcterms:created xsi:type="dcterms:W3CDTF">2024-10-24T06:35:13Z</dcterms:created>
  <dcterms:modified xsi:type="dcterms:W3CDTF">2024-10-24T06:35:13Z</dcterms:modified>
</cp:coreProperties>
</file>